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2377440" cy="38404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RAG +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515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Game Glitch Investigator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04872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B8A6"/>
                </a:solidFill>
                <a:latin typeface="Aptos"/>
              </a:defRPr>
            </a:pPr>
            <a:r>
              <a:t>Glitch Museum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89611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0">
                <a:solidFill>
                  <a:srgbClr val="F1F5F9"/>
                </a:solidFill>
                <a:latin typeface="Aptos"/>
              </a:defRPr>
            </a:pPr>
            <a:r>
              <a:t>A RAG-powered museum guide that explains fixed AI-generated bugs using real project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53328"/>
            <a:ext cx="7772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1F5F9"/>
                </a:solidFill>
                <a:latin typeface="Aptos"/>
              </a:defRPr>
            </a:pPr>
            <a:r>
              <a:t>Live demo first. Slides as backup 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Aptos"/>
              </a:defRPr>
            </a:pPr>
            <a:r>
              <a:t>Original Project: The Impossible Guesser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t>An AI-generated Streamlit game that ran, but behaved incorrectly.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Secret number changed during play because Streamlit reran the script.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Higher/lower hints pointed the player in the wrong direction.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New Game did not fully reset status, score, attempts, and history.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Invalid and out-of-range guesses were accepted.</a:t>
            </a:r>
          </a:p>
          <a:p>
            <a:pPr>
              <a:spcAft>
                <a:spcPts val="9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Scoring gave inconsistent rewards for wrong guesses.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828800"/>
            <a:ext cx="2011680" cy="38404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51460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Refactored logic + pytest turned hidden bugs into repeatable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B697D"/>
                </a:solidFill>
                <a:latin typeface="Aptos"/>
              </a:defRPr>
            </a:pPr>
            <a:r>
              <a:t>Original project goal: debug, refactor, and test AI-generated game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Aptos"/>
              </a:defRPr>
            </a:pPr>
            <a:r>
              <a:t>How Glitch Museum Mode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t>A local RAG pipeline searches project files before the guide answers.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965960" cy="1234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User Input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artifact or custom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770632"/>
            <a:ext cx="384048" cy="0"/>
          </a:xfrm>
          <a:prstGeom prst="line">
            <a:avLst/>
          </a:prstGeom>
          <a:ln w="2159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44368" y="2148840"/>
            <a:ext cx="1965960" cy="1234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  <a:latin typeface="Aptos"/>
              </a:defRPr>
            </a:pPr>
            <a:r>
              <a:t>Streamlit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app.py sends query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10328" y="2770632"/>
            <a:ext cx="384048" cy="0"/>
          </a:xfrm>
          <a:prstGeom prst="line">
            <a:avLst/>
          </a:prstGeom>
          <a:ln w="2159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94376" y="2148840"/>
            <a:ext cx="1965960" cy="1234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Retriever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rag_utils.py scores chunks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0336" y="2770632"/>
            <a:ext cx="384048" cy="0"/>
          </a:xfrm>
          <a:prstGeom prst="line">
            <a:avLst/>
          </a:prstGeom>
          <a:ln w="2159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44384" y="2148840"/>
            <a:ext cx="1965960" cy="1234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  <a:latin typeface="Aptos"/>
              </a:defRPr>
            </a:pPr>
            <a:r>
              <a:t>Evidence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README, reflection, code, tests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10344" y="2770632"/>
            <a:ext cx="384048" cy="0"/>
          </a:xfrm>
          <a:prstGeom prst="line">
            <a:avLst/>
          </a:prstGeom>
          <a:ln w="21590">
            <a:solidFill>
              <a:srgbClr val="5B6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994392" y="2148840"/>
            <a:ext cx="1965960" cy="1234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Guide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answer +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89120"/>
            <a:ext cx="9509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ptos"/>
              </a:defRPr>
            </a:pPr>
            <a:r>
              <a:t>The guide does not just print raw files. It uses retrieved snippets to explain what broke, why, how it was fixed, and what test proves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B697D"/>
                </a:solidFill>
                <a:latin typeface="Aptos"/>
              </a:defRPr>
            </a:pPr>
            <a:r>
              <a:t>Knowledge base: README.md, reflection.md, app.py, logic_utils.py, tests/test_game_logic.py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Aptos"/>
              </a:defRPr>
            </a:pPr>
            <a:r>
              <a:t>Reliability: The System Has to Prove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t>Tests and confidence scoring make the guide safer than a generic answer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14B8A6"/>
                </a:solidFill>
                <a:latin typeface="Aptos"/>
              </a:defRPr>
            </a:pPr>
            <a:r>
              <a:t>26 /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4203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Aptos"/>
              </a:defRPr>
            </a:pPr>
            <a:r>
              <a:t>automated tests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91640"/>
            <a:ext cx="6537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Game logic tests check hints, resets, validation, difficulty, and scoring.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RAG tests check retrieval, evidence-backed answers, and fallback behavior.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Confidence scores use retrieval strength and source diversity.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Unrelated questions return 0.00 confidence instead of a fake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B697D"/>
                </a:solidFill>
                <a:latin typeface="Aptos"/>
              </a:defRPr>
            </a:pPr>
            <a:r>
              <a:t>Demo guardrail input: 'Explain database migrations and cloud billing'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B697D"/>
                </a:solidFill>
                <a:latin typeface="Aptos"/>
              </a:defRPr>
            </a:pPr>
            <a:r>
              <a:t>Responsible AI is evidence, tests, and honest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008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E293B"/>
                </a:solidFill>
                <a:latin typeface="Aptos"/>
              </a:defRPr>
            </a:pPr>
            <a:r>
              <a:t>AI-generated code can run and still be wrong.</a:t>
            </a:r>
          </a:p>
          <a:p>
            <a:pPr>
              <a:spcAft>
                <a:spcPts val="900"/>
              </a:spcAft>
              <a:defRPr sz="2300">
                <a:solidFill>
                  <a:srgbClr val="1E293B"/>
                </a:solidFill>
                <a:latin typeface="Aptos"/>
              </a:defRPr>
            </a:pPr>
            <a:r>
              <a:t>RAG is strongest when retrieved evidence actually shapes the answer.</a:t>
            </a:r>
          </a:p>
          <a:p>
            <a:pPr>
              <a:spcAft>
                <a:spcPts val="900"/>
              </a:spcAft>
              <a:defRPr sz="2300">
                <a:solidFill>
                  <a:srgbClr val="1E293B"/>
                </a:solidFill>
                <a:latin typeface="Aptos"/>
              </a:defRPr>
            </a:pPr>
            <a:r>
              <a:t>Confidence scoring helps users know when the system has support.</a:t>
            </a:r>
          </a:p>
          <a:p>
            <a:pPr>
              <a:spcAft>
                <a:spcPts val="900"/>
              </a:spcAft>
              <a:defRPr sz="2300">
                <a:solidFill>
                  <a:srgbClr val="1E293B"/>
                </a:solidFill>
                <a:latin typeface="Aptos"/>
              </a:defRPr>
            </a:pPr>
            <a:r>
              <a:t>A good AI engineer verifies suggestions instead of trusting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874519"/>
            <a:ext cx="3383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F2E"/>
                </a:solidFill>
                <a:latin typeface="Aptos"/>
              </a:defRPr>
            </a:pPr>
            <a:r>
              <a:t>What this says about me:</a:t>
            </a:r>
            <a:br/>
            <a:r>
              <a:t>I build AI systems that are useful, testable, and honest about their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B697D"/>
                </a:solidFill>
                <a:latin typeface="Aptos"/>
              </a:defRPr>
            </a:pPr>
            <a:r>
              <a:t>End the Loom here after the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